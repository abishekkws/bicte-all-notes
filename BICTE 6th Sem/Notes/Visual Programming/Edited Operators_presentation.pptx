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13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6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6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80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71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6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15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22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8132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70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7347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439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87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01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11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5572" y="1528199"/>
            <a:ext cx="6705601" cy="175260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/>
              <a:t>Visual programming in C# (ICT Ed.465)</a:t>
            </a:r>
            <a:br>
              <a:rPr lang="en-GB" sz="4400" dirty="0"/>
            </a:br>
            <a:r>
              <a:rPr lang="en-GB" sz="4400" dirty="0"/>
              <a:t>Operators in C#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8212D4-409C-DBCC-71E2-E1E39850799E}"/>
              </a:ext>
            </a:extLst>
          </p:cNvPr>
          <p:cNvSpPr/>
          <p:nvPr/>
        </p:nvSpPr>
        <p:spPr>
          <a:xfrm>
            <a:off x="2064774" y="4540045"/>
            <a:ext cx="5014451" cy="1752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l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 marL="0" indent="0" algn="l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Abishek Khawas </a:t>
            </a:r>
          </a:p>
          <a:p>
            <a:pPr marL="0" indent="0" algn="l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No.: 78214004 </a:t>
            </a:r>
          </a:p>
          <a:p>
            <a:pPr marL="0" indent="0" algn="l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T.U. Regd. No.: 9-2-214-36-2021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Arithmetic Operators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Adds two values (e.g., a + b, result: 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Subtracts one value from another (e.g., a - b, result: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Multiplies two values (e.g., a * b, result: 15)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Divides one value by another (e.g., a / b, result: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Returns the remainder (e.g., a % b, result: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(Comparison) Operators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Checks if values are equal (e.g., a == b, result: false)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Checks if values are not equal (e.g., a != b, result: true)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Greater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Checks if left value is greater (e.g., a &gt; b, result: true)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Less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Checks if left value is smaller (e.g., a &lt; b, result: false)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Greater than or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Checks if left value is greater or equal (e.g., a &gt;= b, result: true)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Less than or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Checks if left value is smaller or equal (e.g., a &lt;= b, result: false)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Operators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Logical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 if both conditions are true (e.g., (a &gt; 0 &amp;&amp; b &gt; 0), result: true)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Logical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 if at least one condition is true (e.g., (a &gt; 0 || b &lt; 0), result: true)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Logical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Negates the condition (e.g., !(a &gt; b), result: false)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Bitwise Operators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Bitwise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Compares each bit and returns 1 if both bits are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Bitwise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Compares each bit and returns 1 if either bit is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Bitwise XOR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Returns 1 if bits are different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Bitwise Complement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Flips the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&lt;&lt;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Left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Shifts bits to the left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t>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Right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Shifts bits to the right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Operators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Assigns a value (e.g., a = 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+=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 and assign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Adds and assigns (e.g., a += 5, result: 15)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-=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Subtract and assign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Subtracts and assigns (e.g., a -= 3, result: 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*=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Multiply and assign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Multiplies and assigns (e.g., a *= 2, result: 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Divide and assign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Divides and assigns (e.g., a /= 5, result: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t>%=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Modulus and assign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Modulus and assigns (e.g., a %= 3, result: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Unary Operators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77240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Unary 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Positive value (e.g., +a, result: 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Unary Minus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Negates value (e.g., -a, result: -5)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Increases value by 1 (e.g., ++a, result: 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Decreases value by 1 (e.g., --a, result: 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Logical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Negates a boolean value (e.g., !true, result: false)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Ternary (Conditional) Operator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383467"/>
              </p:ext>
            </p:extLst>
          </p:nvPr>
        </p:nvGraphicFramePr>
        <p:xfrm>
          <a:off x="457200" y="1442219"/>
          <a:ext cx="7772400" cy="1052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026">
                <a:tc>
                  <a:txBody>
                    <a:bodyPr/>
                    <a:lstStyle/>
                    <a:p>
                      <a: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26">
                <a:tc>
                  <a:txBody>
                    <a:bodyPr/>
                    <a:lstStyle/>
                    <a:p>
                      <a:r>
                        <a:t>?: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Ternary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Shorthand for if-else (e.g., a &gt; b ? 'Yes' : 'No')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FA20DF-B1B5-641F-56B8-986624F6D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392729"/>
              </p:ext>
            </p:extLst>
          </p:nvPr>
        </p:nvGraphicFramePr>
        <p:xfrm>
          <a:off x="457200" y="3903406"/>
          <a:ext cx="7772400" cy="2080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026">
                <a:tc>
                  <a:txBody>
                    <a:bodyPr/>
                    <a:lstStyle/>
                    <a:p>
                      <a:r>
                        <a:rPr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2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Null-Coalescing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Returns left value if not null; otherwise, right (e.g., a ??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2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??=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Null-Coalescing Assign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Assigns right value if variable is null (e.g., a ??= 5)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69463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457200" y="2900517"/>
            <a:ext cx="7772400" cy="11387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Null-Coalescing Operators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Operators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772400" cy="3775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Checks if an object is a specific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Casts an object to a type or returns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typeof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Returns the Type of a class or struct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sizeof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Sizeof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Gets the size of a type in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checked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Checked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Ensures overflow raises an exception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t>unchecked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Unchecked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Suppresses overflow exceptions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Operators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772400" cy="3775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Object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Creates objects (e.g., new int[5])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sizeof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Sizeof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Retrieves type size in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=&gt;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Lambda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Defines lambda expressions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Array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Access array elements (e.g., arr[0])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Member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Access members of an object (e.g., obj.Property)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t>?.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Null-conditional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Safe access to object properties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852</Words>
  <Application>Microsoft Office PowerPoint</Application>
  <PresentationFormat>On-screen Show (4:3)</PresentationFormat>
  <Paragraphs>183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Trebuchet MS</vt:lpstr>
      <vt:lpstr>Wingdings 3</vt:lpstr>
      <vt:lpstr>Facet</vt:lpstr>
      <vt:lpstr>Visual programming in C# (ICT Ed.465) Operators in C#</vt:lpstr>
      <vt:lpstr>Arithmetic Operators</vt:lpstr>
      <vt:lpstr>Relational (Comparison) Operators</vt:lpstr>
      <vt:lpstr>Logical Operators</vt:lpstr>
      <vt:lpstr>Bitwise Operators</vt:lpstr>
      <vt:lpstr>Assignment Operators</vt:lpstr>
      <vt:lpstr>Unary Operators</vt:lpstr>
      <vt:lpstr>Ternary (Conditional) Operator</vt:lpstr>
      <vt:lpstr>Type Operators</vt:lpstr>
      <vt:lpstr>Other Operators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Abishek</dc:creator>
  <cp:keywords/>
  <dc:description>generated using python-pptx</dc:description>
  <cp:lastModifiedBy>Abishek Khawas</cp:lastModifiedBy>
  <cp:revision>2</cp:revision>
  <dcterms:created xsi:type="dcterms:W3CDTF">2013-01-27T09:14:16Z</dcterms:created>
  <dcterms:modified xsi:type="dcterms:W3CDTF">2025-02-10T12:31:15Z</dcterms:modified>
  <cp:category/>
</cp:coreProperties>
</file>