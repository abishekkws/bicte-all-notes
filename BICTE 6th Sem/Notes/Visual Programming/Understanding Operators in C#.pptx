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706" r:id="rId2"/>
    <p:sldMasterId id="2147483723" r:id="rId3"/>
  </p:sldMasterIdLst>
  <p:sldIdLst>
    <p:sldId id="271" r:id="rId4"/>
    <p:sldId id="274" r:id="rId5"/>
    <p:sldId id="261" r:id="rId6"/>
    <p:sldId id="259" r:id="rId7"/>
    <p:sldId id="260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80C73-B2CB-7C05-6D0B-F41B6C426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CA60D-9D3B-2C0A-A103-176EC8CC3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879F3-379C-2F82-03CB-DEEE167C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9FB22-7B81-AA11-1DAE-282B0179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C8D93-EFDC-C4E8-298E-4F5294A6E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48DA4-4F10-504B-2B66-F806A5373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4540E-78A5-F7B3-D8AC-6939B2577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D0FD4-7090-5009-0C3C-A1BC96CCE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A3778-3229-3235-344C-DC9C1C046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66F6D-38C9-0A7A-2DAE-7E6BB29A9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16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3FD8C-308B-0490-0EE5-E1D0FF740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8F46F-1AE4-0C0B-193A-ABF0D1508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2B832-814C-91EC-C2FD-9E73B71AF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BF3B0-ED5B-BFBF-2529-B982B269A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A8374-E4EF-1901-7ACD-8BDEBFFF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94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0D25-F472-50CD-2CEB-6D3815184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1F6E-8539-7809-3E8A-13F4E317E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7CF39-963A-A180-9D83-1970577E9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303DF-786E-B6CD-7D08-5DA443473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7C6D9-A594-C690-C731-4BD8D234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9E247-B70B-D59C-BC13-F909FAD16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262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A258-15DE-6856-DE61-9BDE4F21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961D2-A949-C88B-45FA-C6211E7E5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C48F7-A6EE-9993-E5E4-7FB3BFBF9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333C3-F295-5628-A647-55663F58E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49E0D-A9BC-AE06-F49D-9BDD46A4C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B532B4-6C88-8C70-7691-22041F34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FA574D-6B1F-F660-AB1C-7E693510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332C9C-7CC1-90B0-2F65-70318D27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44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0371-71AC-DCEE-A37C-275D0D9A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B40D0F-A960-4A75-05BF-69ADD8E1F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ECFD2-7079-6E08-C363-4C91F438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423E1-83BB-02CF-9687-1422B5FB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040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EE9C1-CB98-1EE8-5497-FDA1A6A9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BFD630-6C74-A8D5-C95D-189F36BF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1C94B-5E19-212E-08A7-EDBCD42A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395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EF96B-046B-9321-159F-D6066447D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2CDF7-060A-930E-3714-2CD1991F0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D5CBF-12FD-FD09-AFA8-DBF7CF00E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D7B94-E1A9-CA74-A540-43CDBA4F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3309D-E0C7-7D20-A8CD-4B4136A60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526503-D6B2-A37A-46C8-858B4796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249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9BE8A-0049-C041-589E-CFE661198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8CCA0F-3B42-3162-71F2-CD0222557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9CCE6-7D23-EEB5-CC5F-12F87CE92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AFEA9-80A6-3A5F-6C0C-02280E14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B9C37-9A5C-76DE-ADC8-0BB5E7FC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1EE85-F80D-E13D-2104-4E0DB51BF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370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A372C-697F-EC11-923C-80231E571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18020-1F2B-F2CD-3445-143D42525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36F5B-54C0-4FEB-45DE-7DB0C689D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B3DA5-E15E-D520-D852-D4DF3496D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5589-5F8C-28EA-BFE5-EA9AE40A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689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E4B254-65C6-F5D0-57F0-EDC728DC9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46D1B-6097-FAC7-87F3-DFA7CF6DF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E2695-5160-9D7D-CEAB-CB88E0EC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40569-71DD-E3F8-8543-8F2B0F121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29A52-912D-FE66-FE68-01B81146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562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853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593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321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7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629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444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1161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918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767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1753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63870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0331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60438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113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6153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51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2534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8591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8976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1061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125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1819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6701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4200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4542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161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84301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3497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30072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9031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7253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84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A7A1B-4C75-5D9A-E100-07B04C50E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ED384-74B4-406C-60C9-FA1D77E7F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B8C6-418D-FC89-B077-1383E5DF72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12E29-FFF1-A67B-20FD-C18721667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D0AE6-CED6-8B9C-B515-F5995AA4B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46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37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9B15E-AF39-4574-91E1-2FDA7A94EEF6}" type="datetimeFigureOut">
              <a:rPr lang="en-GB" smtClean="0"/>
              <a:t>22/12/2024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758931-D8BA-4A5B-9274-7BE535546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702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179AE-E49C-15E0-6327-90DCFD38F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13" y="210343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GB" sz="4000" dirty="0"/>
              <a:t>Visual programming in C# (ICT Ed.465)</a:t>
            </a:r>
            <a:br>
              <a:rPr lang="en-GB" sz="4000" dirty="0"/>
            </a:br>
            <a:r>
              <a:rPr lang="en-GB" sz="4000" dirty="0"/>
              <a:t>Operators in C#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1DFA9F-0435-E9B0-2EB3-820115857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114" y="4413380"/>
            <a:ext cx="4593772" cy="2127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 marL="0" indent="0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Abishek Khawas </a:t>
            </a:r>
          </a:p>
          <a:p>
            <a:pPr marL="0" indent="0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No.: 78214004 </a:t>
            </a:r>
          </a:p>
          <a:p>
            <a:pPr marL="0" indent="0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T.U. Regd. No.: 9-2-214-36-2021 </a:t>
            </a:r>
          </a:p>
        </p:txBody>
      </p:sp>
    </p:spTree>
    <p:extLst>
      <p:ext uri="{BB962C8B-B14F-4D97-AF65-F5344CB8AC3E}">
        <p14:creationId xmlns:p14="http://schemas.microsoft.com/office/powerpoint/2010/main" val="2246152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AA3F-A9FF-4638-E446-C18094E2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operator?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E19E27-C838-CC1B-9A44-51F945933E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054261"/>
            <a:ext cx="932391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operator in programming is a symbol or keyword that performs a specific operation on one or more operands (variables, constants, or values). Operators are used to manipulate data and variables in a program.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Relational (Comparison) Operators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Ternary (Conditional) Operator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Null-Coalescing Operators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 Operators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Operators</a:t>
            </a:r>
          </a:p>
        </p:txBody>
      </p:sp>
    </p:spTree>
    <p:extLst>
      <p:ext uri="{BB962C8B-B14F-4D97-AF65-F5344CB8AC3E}">
        <p14:creationId xmlns:p14="http://schemas.microsoft.com/office/powerpoint/2010/main" val="1969268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A65F-C2F4-0139-B02E-41ADD5269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F6452-4F8B-895B-A215-5EBC3B6AA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101148" cy="388077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mathematical calculations: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: Addition -&gt; Adds two values (e.g., a + b, where a = 5 and b = 3, result is 8).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: Subtraction -&gt; Subtracts one value from another (e.g., a - b, result is 2).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: Multiplication -&gt; Multiplies two values (e.g., a * b, result is 15).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 : Division -&gt; Divides one value by another (e.g., a / b, result is 1).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 : Modulus -&gt; Returns the remainder (e.g., a % b, result is 2).</a:t>
            </a:r>
          </a:p>
          <a:p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38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34F1-A9EF-6351-4F72-A5DE743D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Relational (Comparison) 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E98EC3-1710-FAC6-BEDF-CFE59B47B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6805"/>
            <a:ext cx="894961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two values and return a boolean: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 : Equal to -&gt; Checks if values are equal (e.g., a == b, result is false).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!= : Not equal to -&gt; Checks if values are not equal (e.g., a != b, result is true).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: Greater than -&gt; Checks if left value is greater (e.g., a &gt; b, result is true).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 : Less than -&gt; Checks if left value is smaller (e.g., a &lt; b, result is false).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&gt;= : Greater than or equal to -&gt; (e.g., a &gt;= b, result is true).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&lt;= : Less than or equal to -&gt; (e.g., a &lt;= b, result is false).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642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E0DA-FC08-D58E-0845-385FA61E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968"/>
            <a:ext cx="10515600" cy="1325563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Logical 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4A9395-1044-8551-3C6C-8DDE75ACD1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0105"/>
            <a:ext cx="8921620" cy="3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 or negate conditions: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&amp;&amp; : Logical AND -&gt; True if both conditions are true (e.g., (a &gt; 0 &amp;&amp; b &gt; 0), result is true).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|| : Logical OR -&gt; True if at least one condition is true (e.g., (a &gt; 0 || b &lt; 0), result is true).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 : Logical NOT -&gt; Negates the condition (e.g., !(a &gt; b), result is false).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818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DEC5-4726-7DB4-8215-6DFB0AFB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Bitwise 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682587-A96E-F5E9-52C9-F0051D3EE2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39165"/>
            <a:ext cx="8930951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on bits: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&amp; : Bitwise AND -&gt; Compares each bit and returns 1 if both bits are 1 (e.g., a &amp; b, where a = 5 and b = 3, result is 1).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 : Bitwise OR -&gt; Compares each bit and returns 1 if either bit is 1 (e.g., a | b, result is 7).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^ : Bitwise XOR -&gt; Returns 1 if bits are different (e.g., a ^ b, result is 6).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 : Bitwise complement -&gt; Flips the bits (e.g., ~a, where a = 5, result is -6).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&lt;&lt; : Left shift -&gt; Shifts bits to the left (e.g., a &lt;&lt; 1, result is 10).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 : Right shift -&gt; Shifts bits to the right (e.g., a &gt;&gt; 1, result is 2)</a:t>
            </a:r>
          </a:p>
        </p:txBody>
      </p:sp>
    </p:spTree>
    <p:extLst>
      <p:ext uri="{BB962C8B-B14F-4D97-AF65-F5344CB8AC3E}">
        <p14:creationId xmlns:p14="http://schemas.microsoft.com/office/powerpoint/2010/main" val="380004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B92FD-A8E1-74A7-C347-574613EE3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Assignment 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B7BFAC-D37E-B41F-BB52-7088028E28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08604"/>
            <a:ext cx="7661988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 or update values: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: Assign -&gt; Assigns a value (e.g., a = 10).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+= : Add and assign (e.g., a += 5, result is 15).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-= : Subtract and assign (e.g., a -= 3, result is 7).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*= : Multiply and assign (e.g., a *= 2, result is 20).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/= : Divide and assign (e.g., a /= 5, result is 2).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%= : Modulus and assign (e.g., a %= 3, result is 2).</a:t>
            </a:r>
          </a:p>
        </p:txBody>
      </p:sp>
    </p:spTree>
    <p:extLst>
      <p:ext uri="{BB962C8B-B14F-4D97-AF65-F5344CB8AC3E}">
        <p14:creationId xmlns:p14="http://schemas.microsoft.com/office/powerpoint/2010/main" val="660514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3B96-6BDB-EBB8-B20E-06EAF0A6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Unary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16940-F198-2743-55D5-2C894B9C4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89"/>
            <a:ext cx="9119808" cy="3880773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Operate on a single operand: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: Unary plus -&gt; Positive value (e.g., +a, where a = 5, result is 5).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: Unary minus -&gt; Negates the value (e.g., -a, result is -5).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 : Increment -&gt; Increases value by 1 (e.g., ++a, result is 6).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-- : Decrement -&gt; Decreases value by 1 (e.g., --a, result is 4).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 : Logical NOT -&gt; Negates a boolean value (e.g., !true, result is false).</a:t>
            </a:r>
          </a:p>
        </p:txBody>
      </p:sp>
    </p:spTree>
    <p:extLst>
      <p:ext uri="{BB962C8B-B14F-4D97-AF65-F5344CB8AC3E}">
        <p14:creationId xmlns:p14="http://schemas.microsoft.com/office/powerpoint/2010/main" val="1347806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CDBB-B25C-3569-1C9C-5BB832A3D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Ternary (Conditional) Operator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A5163C-FCA9-5211-E996-F9C06A85AE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00966"/>
            <a:ext cx="9182878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Short-hand for if-else: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 ? expr1 : expr2 -&gt; If condition is true, return expr1; otherwise, expr2.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a &gt; b ? "Yes" : "No" -&gt; If a &gt; b, result is "Yes"; otherwise "No".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284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C1A7-8526-2805-ADB5-5ABB79993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Null-Coalescing 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970E1E-2C13-252E-2688-483E5D3C68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00966"/>
            <a:ext cx="9024257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null values: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?? : Returns left value if not null; otherwise, right (e.g., a ?? b, where a = null, result is b).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??= : Assigns the right value if the variable is null (e.g., a ??= 5, sets a to 5 if it’s null).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344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4D9D-A3A2-6F8D-38A5-56A50E058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Type 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08A1B4-9F8A-39AF-5155-B460FE1C30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39163"/>
            <a:ext cx="9145555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 with types: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: Checks if an object is a specific type (e.g., a is int, result is true for int a).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: Casts an object to a type or returns null (e.g., obj as string).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typeof : Returns the Type of a class or struct (e.g., typeof(int)).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sizeof : Gets the size of a type in bytes (e.g., sizeof(int) is 4).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: Ensures overflow raises an exception (e.g., checked(a * b)).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unchecked : Suppresses overflow exceptions (e.g., unchecked(a * b)).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471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C605D-A321-9BBD-82BA-B1445DCB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Other Operators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3618A7-37F2-95DF-183D-AD9C9D221D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00965"/>
            <a:ext cx="9136224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: Creates objects (e.g., new int[5] creates an array).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sizeof : Retrieves type size in bytes (used in unsafe context).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=&gt; : Lambda operator for functions (e.g., (x) =&gt; x * 2).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 : Access array elements (e.g., arr[0]).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: Access members of an object (e.g., obj.Property).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?: : Null-conditional operator for safe access (e.g., obj?.Property). </a:t>
            </a:r>
          </a:p>
        </p:txBody>
      </p:sp>
    </p:spTree>
    <p:extLst>
      <p:ext uri="{BB962C8B-B14F-4D97-AF65-F5344CB8AC3E}">
        <p14:creationId xmlns:p14="http://schemas.microsoft.com/office/powerpoint/2010/main" val="822947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7CBF-D74A-5E3D-5EB9-DCB09E28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14" y="317551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338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</TotalTime>
  <Words>1225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Trebuchet MS</vt:lpstr>
      <vt:lpstr>Wingdings 3</vt:lpstr>
      <vt:lpstr>Office Theme</vt:lpstr>
      <vt:lpstr>1_Facet</vt:lpstr>
      <vt:lpstr>Facet</vt:lpstr>
      <vt:lpstr>Visual programming in C# (ICT Ed.465) Operators in C#</vt:lpstr>
      <vt:lpstr>What is operator?</vt:lpstr>
      <vt:lpstr>1. Arithmetic Operators</vt:lpstr>
      <vt:lpstr>2. Relational (Comparison) Operators</vt:lpstr>
      <vt:lpstr>3. Logical Operators</vt:lpstr>
      <vt:lpstr>4. Bitwise Operators</vt:lpstr>
      <vt:lpstr>5. Assignment Operators</vt:lpstr>
      <vt:lpstr>6. Unary Operators</vt:lpstr>
      <vt:lpstr>7. Ternary (Conditional) Operator</vt:lpstr>
      <vt:lpstr>8. Null-Coalescing Operators</vt:lpstr>
      <vt:lpstr>9. Type Operators</vt:lpstr>
      <vt:lpstr>10. Other Operators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Abishek Khawas</dc:creator>
  <cp:lastModifiedBy>Abishek Khawas</cp:lastModifiedBy>
  <cp:revision>4</cp:revision>
  <dcterms:created xsi:type="dcterms:W3CDTF">2024-12-19T14:39:35Z</dcterms:created>
  <dcterms:modified xsi:type="dcterms:W3CDTF">2024-12-22T15:17:00Z</dcterms:modified>
</cp:coreProperties>
</file>